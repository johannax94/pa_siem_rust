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2" r:id="rId3"/>
    <p:sldId id="261" r:id="rId4"/>
    <p:sldId id="257" r:id="rId5"/>
    <p:sldId id="258" r:id="rId6"/>
    <p:sldId id="259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0A08B-9B55-4BAC-8028-4848E6AB50B1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48466-AEBF-46E7-9EDC-AD0E23603E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2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E1CF3-DDD0-4445-A498-EB8264F93C34}" type="datetime1">
              <a:rPr lang="fr-FR" smtClean="0"/>
              <a:t>24/07/2026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29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A68D3-7CF0-4A47-86BB-483389CBA3E5}" type="datetime1">
              <a:rPr lang="fr-FR" smtClean="0"/>
              <a:t>24/07/2026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24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F4BDE1-AF5E-43C3-A8B4-732A5891CD6A}" type="datetime1">
              <a:rPr lang="fr-FR" smtClean="0"/>
              <a:t>24/07/2026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888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C9949-09F0-4066-9056-4C7EC0CB2F69}" type="datetime1">
              <a:rPr lang="fr-FR" smtClean="0"/>
              <a:t>24/07/2026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85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AD5C-226C-4785-977C-736670F4E39A}" type="datetime1">
              <a:rPr lang="fr-FR" smtClean="0"/>
              <a:t>24/07/2026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6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766A-3EFC-4695-9BEB-DB51CCEB19CC}" type="datetime1">
              <a:rPr lang="fr-FR" smtClean="0"/>
              <a:t>24/07/2026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31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0D97D-C1EE-4933-9F7E-8473156DA294}" type="datetime1">
              <a:rPr lang="fr-FR" smtClean="0"/>
              <a:t>24/07/2026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984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5005-555F-411C-975A-46359FBE6780}" type="datetime1">
              <a:rPr lang="fr-FR" smtClean="0"/>
              <a:t>24/07/2026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80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89BC-DAFC-463E-8558-5262CE56A3A0}" type="datetime1">
              <a:rPr lang="fr-FR" smtClean="0"/>
              <a:t>24/07/2026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69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00047-D0C9-4099-BC89-CEFE32F26DCA}" type="datetime1">
              <a:rPr lang="fr-FR" smtClean="0"/>
              <a:t>24/07/2026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09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38173F13-D860-4094-8554-0C124ACA1897}" type="datetime1">
              <a:rPr lang="fr-FR" smtClean="0"/>
              <a:t>24/07/2026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61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C3E5A0F-8AD7-4A98-99A6-35B6F8F24CC7}" type="datetime1">
              <a:rPr lang="fr-FR" smtClean="0"/>
              <a:t>24/07/2026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71A9C34B-AB62-4AC3-91DD-18A300FE9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9433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1298C85-C4D4-82F7-A565-2E6F3F56B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73" y="2536451"/>
            <a:ext cx="1747135" cy="981968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952A1556-44D8-C4D5-B14E-2EE595937404}"/>
              </a:ext>
            </a:extLst>
          </p:cNvPr>
          <p:cNvSpPr txBox="1"/>
          <p:nvPr/>
        </p:nvSpPr>
        <p:spPr>
          <a:xfrm>
            <a:off x="2638688" y="2840382"/>
            <a:ext cx="41173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</a:rPr>
              <a:t>« Même crédit, pas le même prix.» </a:t>
            </a:r>
          </a:p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792167F-86A0-30FE-7357-D235A1079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2711" cy="242856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78FC215-BD8E-C847-1D03-29995C758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901" y="0"/>
            <a:ext cx="4252328" cy="183657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9314F842-6D4B-2BB5-1588-2E88631FA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679" y="3926295"/>
            <a:ext cx="4117321" cy="293170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C2DF26B8-139D-D1F6-0AC2-E7AD20B54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930" y="702458"/>
            <a:ext cx="5547070" cy="327204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7A6619D7-B0BC-5BE1-3EF6-F518731A1C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16" y="3517490"/>
            <a:ext cx="5043948" cy="29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40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77729B-3899-2D33-A54D-FEE86A4D8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Qui sommes nous ? 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34FC5C-7FE6-6E0E-D4AC-63704E237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Clément LANGUEDOC, Ingénieur IAM</a:t>
            </a:r>
          </a:p>
          <a:p>
            <a:r>
              <a:rPr lang="fr-FR" dirty="0"/>
              <a:t>Johanna MEGUEDAD, Analyste CSIRT</a:t>
            </a:r>
          </a:p>
          <a:p>
            <a:endParaRPr lang="fr-FR" dirty="0"/>
          </a:p>
          <a:p>
            <a:r>
              <a:rPr lang="fr-FR" dirty="0"/>
              <a:t>Passionnés de cybersécurité, nous nous sommes lancé le défi de créer notre propre SIEM, dédié PME qui souhaitent sécuriser leur SI sans y laisser un rein…</a:t>
            </a:r>
          </a:p>
        </p:txBody>
      </p:sp>
    </p:spTree>
    <p:extLst>
      <p:ext uri="{BB962C8B-B14F-4D97-AF65-F5344CB8AC3E}">
        <p14:creationId xmlns:p14="http://schemas.microsoft.com/office/powerpoint/2010/main" val="109814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2DC67B-EE57-116F-97F0-923C0268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Quelle est notre cible ? 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DD4A0A-0BD6-EFA5-F8A7-DC8970DBD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SIEM propose les mêmes performances qu’ELK, Splunk etc. mais à coût largement inférieur </a:t>
            </a:r>
          </a:p>
          <a:p>
            <a:r>
              <a:rPr lang="fr-FR" dirty="0"/>
              <a:t>Les petites entreprises sont notre première cible puisqu’elles n’ont en général pas de budget pour la sécurité du SI.</a:t>
            </a:r>
          </a:p>
          <a:p>
            <a:r>
              <a:rPr lang="fr-FR" dirty="0"/>
              <a:t>La sécurité du SI est toujours un équilibre entre coût </a:t>
            </a:r>
            <a:r>
              <a:rPr lang="fr-FR"/>
              <a:t>et risque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378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99BDA9-39BA-C4E2-3CD4-2152BFFC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920" y="284176"/>
            <a:ext cx="9784080" cy="1508760"/>
          </a:xfrm>
        </p:spPr>
        <p:txBody>
          <a:bodyPr/>
          <a:lstStyle/>
          <a:p>
            <a:r>
              <a:rPr lang="fr-FR" dirty="0"/>
              <a:t>Architecture de l’application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3E5AB-3D61-8769-8AE7-72A525D17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Frontend : </a:t>
            </a:r>
            <a:r>
              <a:rPr lang="fr-FR" dirty="0" err="1"/>
              <a:t>React</a:t>
            </a:r>
            <a:r>
              <a:rPr lang="fr-FR" dirty="0"/>
              <a:t> (pk </a:t>
            </a:r>
            <a:r>
              <a:rPr lang="fr-FR" dirty="0" err="1"/>
              <a:t>react</a:t>
            </a:r>
            <a:r>
              <a:rPr lang="fr-FR" dirty="0"/>
              <a:t>?)</a:t>
            </a:r>
          </a:p>
          <a:p>
            <a:r>
              <a:rPr lang="fr-FR" dirty="0"/>
              <a:t>Backend : Rust (pk Rust?)</a:t>
            </a:r>
          </a:p>
          <a:p>
            <a:r>
              <a:rPr lang="fr-FR" dirty="0"/>
              <a:t>API et middleware (pouvoir expliquer le choix de la logique d’implémentation)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9481E9-E9FB-4473-FD49-93503B221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83" y="494023"/>
            <a:ext cx="1747135" cy="108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9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39F1FA-9EBF-1560-AE92-84193E99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920" y="364387"/>
            <a:ext cx="9784080" cy="1508760"/>
          </a:xfrm>
        </p:spPr>
        <p:txBody>
          <a:bodyPr/>
          <a:lstStyle/>
          <a:p>
            <a:r>
              <a:rPr lang="fr-FR" dirty="0"/>
              <a:t>Ingestion de logs	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BE65C2-35F8-2C23-5B6F-7B7530695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SIEM est capable de gérer l’ingestion de milliers de logs car elle ne les stocke pas en base de données, nous avons intégrer une logique de ‘queue’ (à compléter)</a:t>
            </a:r>
          </a:p>
          <a:p>
            <a:r>
              <a:rPr lang="fr-FR" dirty="0"/>
              <a:t>HTTP → Queue → Worker → Batch DB → Rule Engine </a:t>
            </a:r>
            <a:r>
              <a:rPr lang="fr-FR" dirty="0" err="1"/>
              <a:t>async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A8A19F-4022-0A86-5482-1DA2AB149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51" y="627783"/>
            <a:ext cx="1747135" cy="98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05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7EC707-B849-AD87-540F-05C8EA10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Politique 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0425E7-53DE-607E-B439-585576F9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Stockage des logs par défaut 1 an mais une demande peut-être faite pour modifier cette durée. </a:t>
            </a:r>
          </a:p>
          <a:p>
            <a:r>
              <a:rPr lang="fr-FR" dirty="0"/>
              <a:t>Une adresse mail de support existe pour tout problème rencontré</a:t>
            </a:r>
          </a:p>
          <a:p>
            <a:r>
              <a:rPr lang="fr-FR" dirty="0"/>
              <a:t>Un compte premier administrateur existe et est accessible uniquement par les membres de </a:t>
            </a:r>
            <a:r>
              <a:rPr lang="fr-FR" dirty="0" err="1"/>
              <a:t>Medtech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869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CF158B-B95D-63A2-5120-8B0024C1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Incorporation du </a:t>
            </a:r>
            <a:r>
              <a:rPr lang="fr-FR" dirty="0" err="1"/>
              <a:t>siem</a:t>
            </a:r>
            <a:r>
              <a:rPr lang="fr-FR" dirty="0"/>
              <a:t>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E9F9A3-80B5-FB8F-6CA1-A4EB61DB2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Comment allons nous incorporer notre SIEM au réseau d’une entreprise ? TRES IMPORTANT ON DOIT absolument savoir ça !!!</a:t>
            </a:r>
          </a:p>
          <a:p>
            <a:r>
              <a:rPr lang="fr-FR" dirty="0"/>
              <a:t>Voir documentation Splunk : comment intégrer Splunk à son entreprise ? Recopier doc.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6722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49E5B-56CB-FFC2-8524-2C6F3DD7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SCAn</a:t>
            </a:r>
            <a:r>
              <a:rPr lang="fr-FR" dirty="0"/>
              <a:t> de </a:t>
            </a:r>
            <a:r>
              <a:rPr lang="fr-FR" dirty="0" err="1"/>
              <a:t>vulnerabilités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42233A-25B8-1598-550B-9155F1573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Nous utilisons </a:t>
            </a:r>
            <a:r>
              <a:rPr lang="fr-FR" dirty="0" err="1"/>
              <a:t>nuclei</a:t>
            </a:r>
            <a:r>
              <a:rPr lang="fr-FR" dirty="0"/>
              <a:t> pour effectuer nos scans de vulnérabilités sur notre application. </a:t>
            </a:r>
          </a:p>
          <a:p>
            <a:r>
              <a:rPr lang="fr-FR" dirty="0" err="1"/>
              <a:t>nuclei</a:t>
            </a:r>
            <a:r>
              <a:rPr lang="fr-FR" dirty="0"/>
              <a:t> -</a:t>
            </a:r>
            <a:r>
              <a:rPr lang="fr-FR" dirty="0" err="1"/>
              <a:t>target</a:t>
            </a:r>
            <a:r>
              <a:rPr lang="fr-FR" dirty="0"/>
              <a:t> https://www.medtech-security.tech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908168-950C-B3DF-6575-2A29D86E4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01" y="3296952"/>
            <a:ext cx="6378493" cy="313971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DFD1D10-E516-8EA4-0D95-6E10AAF56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772" y="4722135"/>
            <a:ext cx="7483488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46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BC05F3-9A1D-B1CC-B259-FC17809C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Ameliorations</a:t>
            </a:r>
            <a:r>
              <a:rPr lang="fr-FR" dirty="0"/>
              <a:t> a apporter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7AAE8F-0EF4-BA5E-EEE5-E43C8D591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projet est en cours de perfectionnement, nous avons encore quelques améliorations à apporter telles que :</a:t>
            </a:r>
          </a:p>
          <a:p>
            <a:r>
              <a:rPr lang="fr-FR" dirty="0"/>
              <a:t>- système de paiement (Stripe)</a:t>
            </a:r>
          </a:p>
          <a:p>
            <a:r>
              <a:rPr lang="fr-FR" dirty="0"/>
              <a:t>- Email automatique généré lorsqu’une alerte avec une criticité élevée est détectée </a:t>
            </a:r>
          </a:p>
          <a:p>
            <a:r>
              <a:rPr lang="fr-FR" dirty="0"/>
              <a:t>- Infra virtualisée avec exemple d’incorporation du SIEM</a:t>
            </a:r>
          </a:p>
          <a:p>
            <a:r>
              <a:rPr lang="fr-FR" dirty="0"/>
              <a:t>- plus de granularité dans les permissions des utilisateurs</a:t>
            </a:r>
          </a:p>
          <a:p>
            <a:r>
              <a:rPr lang="fr-FR" dirty="0"/>
              <a:t>Patch des </a:t>
            </a:r>
            <a:r>
              <a:rPr lang="fr-FR" dirty="0" err="1"/>
              <a:t>vuln</a:t>
            </a:r>
            <a:r>
              <a:rPr lang="fr-FR" dirty="0"/>
              <a:t> détectées avec le scan </a:t>
            </a:r>
          </a:p>
        </p:txBody>
      </p:sp>
    </p:spTree>
    <p:extLst>
      <p:ext uri="{BB962C8B-B14F-4D97-AF65-F5344CB8AC3E}">
        <p14:creationId xmlns:p14="http://schemas.microsoft.com/office/powerpoint/2010/main" val="31932636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À bandes">
  <a:themeElements>
    <a:clrScheme name="À bande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À bande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À bande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TM03090430[[fn=À bandes]]</Template>
  <TotalTime>56</TotalTime>
  <Words>360</Words>
  <Application>Microsoft Office PowerPoint</Application>
  <PresentationFormat>Grand écran</PresentationFormat>
  <Paragraphs>34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Corbel</vt:lpstr>
      <vt:lpstr>Wingdings</vt:lpstr>
      <vt:lpstr>À bandes</vt:lpstr>
      <vt:lpstr>Présentation PowerPoint</vt:lpstr>
      <vt:lpstr>Qui sommes nous ?  </vt:lpstr>
      <vt:lpstr>Quelle est notre cible ?  </vt:lpstr>
      <vt:lpstr>Architecture de l’application</vt:lpstr>
      <vt:lpstr>Ingestion de logs  </vt:lpstr>
      <vt:lpstr>Politique  </vt:lpstr>
      <vt:lpstr>Incorporation du siem </vt:lpstr>
      <vt:lpstr>SCAn de vulnerabilités </vt:lpstr>
      <vt:lpstr>Ameliorations a apporter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Vaiana Mirande</dc:creator>
  <cp:lastModifiedBy>Vaiana Mirande</cp:lastModifiedBy>
  <cp:revision>14</cp:revision>
  <dcterms:created xsi:type="dcterms:W3CDTF">2026-07-24T14:27:20Z</dcterms:created>
  <dcterms:modified xsi:type="dcterms:W3CDTF">2026-07-24T15:59:23Z</dcterms:modified>
</cp:coreProperties>
</file>